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63" r:id="rId5"/>
    <p:sldId id="264" r:id="rId6"/>
    <p:sldId id="265" r:id="rId7"/>
    <p:sldId id="270" r:id="rId8"/>
    <p:sldId id="266" r:id="rId9"/>
    <p:sldId id="267" r:id="rId10"/>
    <p:sldId id="268" r:id="rId11"/>
    <p:sldId id="269" r:id="rId12"/>
  </p:sldIdLst>
  <p:sldSz cx="9144000" cy="5143500" type="screen16x9"/>
  <p:notesSz cx="6858000" cy="9144000"/>
  <p:embeddedFontLst>
    <p:embeddedFont>
      <p:font typeface="Caveat SemiBold" panose="020B0604020202020204" charset="0"/>
      <p:regular r:id="rId14"/>
      <p:bold r:id="rId15"/>
    </p:embeddedFont>
    <p:embeddedFont>
      <p:font typeface="Roboto" panose="020B0604020202020204" charset="0"/>
      <p:regular r:id="rId16"/>
      <p:bold r:id="rId17"/>
      <p:italic r:id="rId18"/>
      <p:boldItalic r:id="rId19"/>
    </p:embeddedFont>
    <p:embeddedFont>
      <p:font typeface="Roboto Mono" panose="020B0604020202020204" charset="0"/>
      <p:regular r:id="rId20"/>
      <p:bold r:id="rId21"/>
      <p:italic r:id="rId22"/>
      <p:boldItalic r:id="rId23"/>
    </p:embeddedFont>
    <p:embeddedFont>
      <p:font typeface="Roboto Mono Light" panose="020B0604020202020204" charset="0"/>
      <p:regular r:id="rId24"/>
      <p:bold r:id="rId25"/>
      <p:italic r:id="rId26"/>
      <p:boldItalic r:id="rId27"/>
    </p:embeddedFont>
    <p:embeddedFont>
      <p:font typeface="Roboto Mono SemiBold" panose="020B060402020202020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172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0C4FD2-A824-634A-A02F-8DE806390761}" v="1" dt="2024-05-22T09:00:14.420"/>
    <p1510:client id="{66CB3263-A3F7-463F-BB12-E9FE0C9FFCB7}" v="424" dt="2024-05-21T20:45:20.5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21" Type="http://schemas.openxmlformats.org/officeDocument/2006/relationships/font" Target="fonts/font8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font" Target="fonts/font17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u Rimal" userId="512e7f14-ebff-448c-bf59-1202fd5f99f9" providerId="ADAL" clId="{66CB3263-A3F7-463F-BB12-E9FE0C9FFCB7}"/>
    <pc:docChg chg="undo custSel addSld delSld modSld modMainMaster">
      <pc:chgData name="Raju Rimal" userId="512e7f14-ebff-448c-bf59-1202fd5f99f9" providerId="ADAL" clId="{66CB3263-A3F7-463F-BB12-E9FE0C9FFCB7}" dt="2024-05-21T20:45:20.544" v="6373"/>
      <pc:docMkLst>
        <pc:docMk/>
      </pc:docMkLst>
      <pc:sldChg chg="addSp modSp mod modTransition modNotes">
        <pc:chgData name="Raju Rimal" userId="512e7f14-ebff-448c-bf59-1202fd5f99f9" providerId="ADAL" clId="{66CB3263-A3F7-463F-BB12-E9FE0C9FFCB7}" dt="2024-05-14T13:53:58.007" v="334" actId="1076"/>
        <pc:sldMkLst>
          <pc:docMk/>
          <pc:sldMk cId="0" sldId="256"/>
        </pc:sldMkLst>
        <pc:picChg chg="add mod">
          <ac:chgData name="Raju Rimal" userId="512e7f14-ebff-448c-bf59-1202fd5f99f9" providerId="ADAL" clId="{66CB3263-A3F7-463F-BB12-E9FE0C9FFCB7}" dt="2024-05-14T13:53:58.007" v="334" actId="1076"/>
          <ac:picMkLst>
            <pc:docMk/>
            <pc:sldMk cId="0" sldId="256"/>
            <ac:picMk id="5" creationId="{03A0DC2D-9266-424E-BB2A-F07470AF0481}"/>
          </ac:picMkLst>
        </pc:picChg>
      </pc:sldChg>
      <pc:sldChg chg="modTransition modAnim modNotesTx">
        <pc:chgData name="Raju Rimal" userId="512e7f14-ebff-448c-bf59-1202fd5f99f9" providerId="ADAL" clId="{66CB3263-A3F7-463F-BB12-E9FE0C9FFCB7}" dt="2024-05-14T14:03:09.922" v="1024" actId="20577"/>
        <pc:sldMkLst>
          <pc:docMk/>
          <pc:sldMk cId="0" sldId="257"/>
        </pc:sldMkLst>
      </pc:sldChg>
      <pc:sldChg chg="addSp delSp modSp mod modTransition modAnim modNotesTx">
        <pc:chgData name="Raju Rimal" userId="512e7f14-ebff-448c-bf59-1202fd5f99f9" providerId="ADAL" clId="{66CB3263-A3F7-463F-BB12-E9FE0C9FFCB7}" dt="2024-05-21T19:08:33.137" v="6336" actId="14429"/>
        <pc:sldMkLst>
          <pc:docMk/>
          <pc:sldMk cId="0" sldId="258"/>
        </pc:sldMkLst>
        <pc:spChg chg="mod modVis">
          <ac:chgData name="Raju Rimal" userId="512e7f14-ebff-448c-bf59-1202fd5f99f9" providerId="ADAL" clId="{66CB3263-A3F7-463F-BB12-E9FE0C9FFCB7}" dt="2024-05-14T14:41:39.796" v="3990" actId="962"/>
          <ac:spMkLst>
            <pc:docMk/>
            <pc:sldMk cId="0" sldId="258"/>
            <ac:spMk id="70" creationId="{00000000-0000-0000-0000-000000000000}"/>
          </ac:spMkLst>
        </pc:spChg>
        <pc:spChg chg="mod">
          <ac:chgData name="Raju Rimal" userId="512e7f14-ebff-448c-bf59-1202fd5f99f9" providerId="ADAL" clId="{66CB3263-A3F7-463F-BB12-E9FE0C9FFCB7}" dt="2024-05-14T14:45:50.523" v="4009"/>
          <ac:spMkLst>
            <pc:docMk/>
            <pc:sldMk cId="0" sldId="258"/>
            <ac:spMk id="71" creationId="{00000000-0000-0000-0000-000000000000}"/>
          </ac:spMkLst>
        </pc:spChg>
        <pc:spChg chg="mod">
          <ac:chgData name="Raju Rimal" userId="512e7f14-ebff-448c-bf59-1202fd5f99f9" providerId="ADAL" clId="{66CB3263-A3F7-463F-BB12-E9FE0C9FFCB7}" dt="2024-05-14T14:41:46.541" v="3991" actId="962"/>
          <ac:spMkLst>
            <pc:docMk/>
            <pc:sldMk cId="0" sldId="258"/>
            <ac:spMk id="72" creationId="{00000000-0000-0000-0000-000000000000}"/>
          </ac:spMkLst>
        </pc:spChg>
        <pc:spChg chg="mod">
          <ac:chgData name="Raju Rimal" userId="512e7f14-ebff-448c-bf59-1202fd5f99f9" providerId="ADAL" clId="{66CB3263-A3F7-463F-BB12-E9FE0C9FFCB7}" dt="2024-05-14T14:41:15.476" v="3987" actId="962"/>
          <ac:spMkLst>
            <pc:docMk/>
            <pc:sldMk cId="0" sldId="258"/>
            <ac:spMk id="73" creationId="{00000000-0000-0000-0000-000000000000}"/>
          </ac:spMkLst>
        </pc:spChg>
        <pc:spChg chg="mod">
          <ac:chgData name="Raju Rimal" userId="512e7f14-ebff-448c-bf59-1202fd5f99f9" providerId="ADAL" clId="{66CB3263-A3F7-463F-BB12-E9FE0C9FFCB7}" dt="2024-05-14T14:41:23.268" v="3988" actId="962"/>
          <ac:spMkLst>
            <pc:docMk/>
            <pc:sldMk cId="0" sldId="258"/>
            <ac:spMk id="74" creationId="{00000000-0000-0000-0000-000000000000}"/>
          </ac:spMkLst>
        </pc:spChg>
        <pc:spChg chg="mod modVis">
          <ac:chgData name="Raju Rimal" userId="512e7f14-ebff-448c-bf59-1202fd5f99f9" providerId="ADAL" clId="{66CB3263-A3F7-463F-BB12-E9FE0C9FFCB7}" dt="2024-05-14T14:41:31.645" v="3989" actId="962"/>
          <ac:spMkLst>
            <pc:docMk/>
            <pc:sldMk cId="0" sldId="258"/>
            <ac:spMk id="75" creationId="{00000000-0000-0000-0000-000000000000}"/>
          </ac:spMkLst>
        </pc:spChg>
        <pc:picChg chg="add del mod">
          <ac:chgData name="Raju Rimal" userId="512e7f14-ebff-448c-bf59-1202fd5f99f9" providerId="ADAL" clId="{66CB3263-A3F7-463F-BB12-E9FE0C9FFCB7}" dt="2024-05-14T14:32:30.947" v="3909"/>
          <ac:picMkLst>
            <pc:docMk/>
            <pc:sldMk cId="0" sldId="258"/>
            <ac:picMk id="9" creationId="{3FDAB159-EA4D-4EA5-A886-3037421C3AF0}"/>
          </ac:picMkLst>
        </pc:picChg>
        <pc:picChg chg="add mod ord modVis">
          <ac:chgData name="Raju Rimal" userId="512e7f14-ebff-448c-bf59-1202fd5f99f9" providerId="ADAL" clId="{66CB3263-A3F7-463F-BB12-E9FE0C9FFCB7}" dt="2024-05-21T19:08:31.273" v="6333" actId="14429"/>
          <ac:picMkLst>
            <pc:docMk/>
            <pc:sldMk cId="0" sldId="258"/>
            <ac:picMk id="10" creationId="{9B55A07E-F131-4797-B882-1DAA8D29CCC7}"/>
          </ac:picMkLst>
        </pc:picChg>
        <pc:picChg chg="add mod ord modVis">
          <ac:chgData name="Raju Rimal" userId="512e7f14-ebff-448c-bf59-1202fd5f99f9" providerId="ADAL" clId="{66CB3263-A3F7-463F-BB12-E9FE0C9FFCB7}" dt="2024-05-21T19:08:31.961" v="6334" actId="14429"/>
          <ac:picMkLst>
            <pc:docMk/>
            <pc:sldMk cId="0" sldId="258"/>
            <ac:picMk id="11" creationId="{56A3FBCF-21E8-46B3-9511-4B1BE19F0F24}"/>
          </ac:picMkLst>
        </pc:picChg>
        <pc:picChg chg="add mod ord modVis">
          <ac:chgData name="Raju Rimal" userId="512e7f14-ebff-448c-bf59-1202fd5f99f9" providerId="ADAL" clId="{66CB3263-A3F7-463F-BB12-E9FE0C9FFCB7}" dt="2024-05-21T19:08:32.640" v="6335" actId="14429"/>
          <ac:picMkLst>
            <pc:docMk/>
            <pc:sldMk cId="0" sldId="258"/>
            <ac:picMk id="12" creationId="{2BA3B18B-B5EE-4C16-8082-D13E6D5E2EB0}"/>
          </ac:picMkLst>
        </pc:picChg>
        <pc:picChg chg="add mod ord modVis">
          <ac:chgData name="Raju Rimal" userId="512e7f14-ebff-448c-bf59-1202fd5f99f9" providerId="ADAL" clId="{66CB3263-A3F7-463F-BB12-E9FE0C9FFCB7}" dt="2024-05-21T19:08:33.137" v="6336" actId="14429"/>
          <ac:picMkLst>
            <pc:docMk/>
            <pc:sldMk cId="0" sldId="258"/>
            <ac:picMk id="13" creationId="{CF442FCF-93E4-403D-AC5A-7D2A724602F5}"/>
          </ac:picMkLst>
        </pc:picChg>
        <pc:picChg chg="mod ord modVis">
          <ac:chgData name="Raju Rimal" userId="512e7f14-ebff-448c-bf59-1202fd5f99f9" providerId="ADAL" clId="{66CB3263-A3F7-463F-BB12-E9FE0C9FFCB7}" dt="2024-05-21T19:08:29.268" v="6332" actId="14826"/>
          <ac:picMkLst>
            <pc:docMk/>
            <pc:sldMk cId="0" sldId="258"/>
            <ac:picMk id="69" creationId="{00000000-0000-0000-0000-000000000000}"/>
          </ac:picMkLst>
        </pc:picChg>
      </pc:sldChg>
      <pc:sldChg chg="modSp del mod modTransition modAnim modNotesTx">
        <pc:chgData name="Raju Rimal" userId="512e7f14-ebff-448c-bf59-1202fd5f99f9" providerId="ADAL" clId="{66CB3263-A3F7-463F-BB12-E9FE0C9FFCB7}" dt="2024-05-14T14:56:01.788" v="4148" actId="47"/>
        <pc:sldMkLst>
          <pc:docMk/>
          <pc:sldMk cId="0" sldId="259"/>
        </pc:sldMkLst>
        <pc:picChg chg="mod">
          <ac:chgData name="Raju Rimal" userId="512e7f14-ebff-448c-bf59-1202fd5f99f9" providerId="ADAL" clId="{66CB3263-A3F7-463F-BB12-E9FE0C9FFCB7}" dt="2024-05-14T13:06:24.055" v="22" actId="1076"/>
          <ac:picMkLst>
            <pc:docMk/>
            <pc:sldMk cId="0" sldId="259"/>
            <ac:picMk id="80" creationId="{00000000-0000-0000-0000-000000000000}"/>
          </ac:picMkLst>
        </pc:picChg>
      </pc:sldChg>
      <pc:sldChg chg="modSp del mod modTransition modNotesTx">
        <pc:chgData name="Raju Rimal" userId="512e7f14-ebff-448c-bf59-1202fd5f99f9" providerId="ADAL" clId="{66CB3263-A3F7-463F-BB12-E9FE0C9FFCB7}" dt="2024-05-14T14:56:01.788" v="4148" actId="47"/>
        <pc:sldMkLst>
          <pc:docMk/>
          <pc:sldMk cId="0" sldId="260"/>
        </pc:sldMkLst>
        <pc:picChg chg="mod">
          <ac:chgData name="Raju Rimal" userId="512e7f14-ebff-448c-bf59-1202fd5f99f9" providerId="ADAL" clId="{66CB3263-A3F7-463F-BB12-E9FE0C9FFCB7}" dt="2024-05-14T13:06:37.264" v="25" actId="1076"/>
          <ac:picMkLst>
            <pc:docMk/>
            <pc:sldMk cId="0" sldId="260"/>
            <ac:picMk id="91" creationId="{00000000-0000-0000-0000-000000000000}"/>
          </ac:picMkLst>
        </pc:picChg>
      </pc:sldChg>
      <pc:sldChg chg="modSp del mod modTransition modNotesTx">
        <pc:chgData name="Raju Rimal" userId="512e7f14-ebff-448c-bf59-1202fd5f99f9" providerId="ADAL" clId="{66CB3263-A3F7-463F-BB12-E9FE0C9FFCB7}" dt="2024-05-14T14:56:01.788" v="4148" actId="47"/>
        <pc:sldMkLst>
          <pc:docMk/>
          <pc:sldMk cId="0" sldId="261"/>
        </pc:sldMkLst>
        <pc:picChg chg="mod">
          <ac:chgData name="Raju Rimal" userId="512e7f14-ebff-448c-bf59-1202fd5f99f9" providerId="ADAL" clId="{66CB3263-A3F7-463F-BB12-E9FE0C9FFCB7}" dt="2024-05-14T13:06:46.824" v="28" actId="1076"/>
          <ac:picMkLst>
            <pc:docMk/>
            <pc:sldMk cId="0" sldId="261"/>
            <ac:picMk id="102" creationId="{00000000-0000-0000-0000-000000000000}"/>
          </ac:picMkLst>
        </pc:picChg>
      </pc:sldChg>
      <pc:sldChg chg="modSp del mod modTransition modNotesTx">
        <pc:chgData name="Raju Rimal" userId="512e7f14-ebff-448c-bf59-1202fd5f99f9" providerId="ADAL" clId="{66CB3263-A3F7-463F-BB12-E9FE0C9FFCB7}" dt="2024-05-14T14:56:01.788" v="4148" actId="47"/>
        <pc:sldMkLst>
          <pc:docMk/>
          <pc:sldMk cId="0" sldId="262"/>
        </pc:sldMkLst>
        <pc:picChg chg="mod">
          <ac:chgData name="Raju Rimal" userId="512e7f14-ebff-448c-bf59-1202fd5f99f9" providerId="ADAL" clId="{66CB3263-A3F7-463F-BB12-E9FE0C9FFCB7}" dt="2024-05-14T13:06:55.449" v="31" actId="1076"/>
          <ac:picMkLst>
            <pc:docMk/>
            <pc:sldMk cId="0" sldId="262"/>
            <ac:picMk id="113" creationId="{00000000-0000-0000-0000-000000000000}"/>
          </ac:picMkLst>
        </pc:picChg>
      </pc:sldChg>
      <pc:sldChg chg="addSp delSp modSp mod modTransition modAnim modNotes modNotesTx">
        <pc:chgData name="Raju Rimal" userId="512e7f14-ebff-448c-bf59-1202fd5f99f9" providerId="ADAL" clId="{66CB3263-A3F7-463F-BB12-E9FE0C9FFCB7}" dt="2024-05-14T15:02:43.728" v="4863" actId="20577"/>
        <pc:sldMkLst>
          <pc:docMk/>
          <pc:sldMk cId="0" sldId="263"/>
        </pc:sldMkLst>
        <pc:spChg chg="mod">
          <ac:chgData name="Raju Rimal" userId="512e7f14-ebff-448c-bf59-1202fd5f99f9" providerId="ADAL" clId="{66CB3263-A3F7-463F-BB12-E9FE0C9FFCB7}" dt="2024-05-14T13:07:08.935" v="32" actId="165"/>
          <ac:spMkLst>
            <pc:docMk/>
            <pc:sldMk cId="0" sldId="263"/>
            <ac:spMk id="130" creationId="{00000000-0000-0000-0000-000000000000}"/>
          </ac:spMkLst>
        </pc:spChg>
        <pc:grpChg chg="add mod">
          <ac:chgData name="Raju Rimal" userId="512e7f14-ebff-448c-bf59-1202fd5f99f9" providerId="ADAL" clId="{66CB3263-A3F7-463F-BB12-E9FE0C9FFCB7}" dt="2024-05-14T13:07:32.329" v="34" actId="164"/>
          <ac:grpSpMkLst>
            <pc:docMk/>
            <pc:sldMk cId="0" sldId="263"/>
            <ac:grpSpMk id="2" creationId="{3FEE8F84-21AC-4F00-93F2-EB3352574A80}"/>
          </ac:grpSpMkLst>
        </pc:grpChg>
        <pc:grpChg chg="del">
          <ac:chgData name="Raju Rimal" userId="512e7f14-ebff-448c-bf59-1202fd5f99f9" providerId="ADAL" clId="{66CB3263-A3F7-463F-BB12-E9FE0C9FFCB7}" dt="2024-05-14T13:07:08.935" v="32" actId="165"/>
          <ac:grpSpMkLst>
            <pc:docMk/>
            <pc:sldMk cId="0" sldId="263"/>
            <ac:grpSpMk id="126" creationId="{00000000-0000-0000-0000-000000000000}"/>
          </ac:grpSpMkLst>
        </pc:grpChg>
        <pc:grpChg chg="mod topLvl">
          <ac:chgData name="Raju Rimal" userId="512e7f14-ebff-448c-bf59-1202fd5f99f9" providerId="ADAL" clId="{66CB3263-A3F7-463F-BB12-E9FE0C9FFCB7}" dt="2024-05-14T13:07:32.329" v="34" actId="164"/>
          <ac:grpSpMkLst>
            <pc:docMk/>
            <pc:sldMk cId="0" sldId="263"/>
            <ac:grpSpMk id="128" creationId="{00000000-0000-0000-0000-000000000000}"/>
          </ac:grpSpMkLst>
        </pc:grpChg>
        <pc:picChg chg="mod">
          <ac:chgData name="Raju Rimal" userId="512e7f14-ebff-448c-bf59-1202fd5f99f9" providerId="ADAL" clId="{66CB3263-A3F7-463F-BB12-E9FE0C9FFCB7}" dt="2024-05-14T13:25:21.891" v="138" actId="12789"/>
          <ac:picMkLst>
            <pc:docMk/>
            <pc:sldMk cId="0" sldId="263"/>
            <ac:picMk id="124" creationId="{00000000-0000-0000-0000-000000000000}"/>
          </ac:picMkLst>
        </pc:picChg>
        <pc:picChg chg="mod topLvl">
          <ac:chgData name="Raju Rimal" userId="512e7f14-ebff-448c-bf59-1202fd5f99f9" providerId="ADAL" clId="{66CB3263-A3F7-463F-BB12-E9FE0C9FFCB7}" dt="2024-05-14T13:07:32.329" v="34" actId="164"/>
          <ac:picMkLst>
            <pc:docMk/>
            <pc:sldMk cId="0" sldId="263"/>
            <ac:picMk id="127" creationId="{00000000-0000-0000-0000-000000000000}"/>
          </ac:picMkLst>
        </pc:picChg>
        <pc:picChg chg="mod">
          <ac:chgData name="Raju Rimal" userId="512e7f14-ebff-448c-bf59-1202fd5f99f9" providerId="ADAL" clId="{66CB3263-A3F7-463F-BB12-E9FE0C9FFCB7}" dt="2024-05-14T13:07:08.935" v="32" actId="165"/>
          <ac:picMkLst>
            <pc:docMk/>
            <pc:sldMk cId="0" sldId="263"/>
            <ac:picMk id="129" creationId="{00000000-0000-0000-0000-000000000000}"/>
          </ac:picMkLst>
        </pc:picChg>
      </pc:sldChg>
      <pc:sldChg chg="addSp delSp modSp mod modTransition modAnim modNotes modNotesTx">
        <pc:chgData name="Raju Rimal" userId="512e7f14-ebff-448c-bf59-1202fd5f99f9" providerId="ADAL" clId="{66CB3263-A3F7-463F-BB12-E9FE0C9FFCB7}" dt="2024-05-14T15:26:12.435" v="5488" actId="20577"/>
        <pc:sldMkLst>
          <pc:docMk/>
          <pc:sldMk cId="0" sldId="264"/>
        </pc:sldMkLst>
        <pc:spChg chg="mod">
          <ac:chgData name="Raju Rimal" userId="512e7f14-ebff-448c-bf59-1202fd5f99f9" providerId="ADAL" clId="{66CB3263-A3F7-463F-BB12-E9FE0C9FFCB7}" dt="2024-05-14T13:18:49.502" v="102" actId="165"/>
          <ac:spMkLst>
            <pc:docMk/>
            <pc:sldMk cId="0" sldId="264"/>
            <ac:spMk id="140" creationId="{00000000-0000-0000-0000-000000000000}"/>
          </ac:spMkLst>
        </pc:spChg>
        <pc:grpChg chg="add del mod">
          <ac:chgData name="Raju Rimal" userId="512e7f14-ebff-448c-bf59-1202fd5f99f9" providerId="ADAL" clId="{66CB3263-A3F7-463F-BB12-E9FE0C9FFCB7}" dt="2024-05-14T13:18:49.502" v="102" actId="165"/>
          <ac:grpSpMkLst>
            <pc:docMk/>
            <pc:sldMk cId="0" sldId="264"/>
            <ac:grpSpMk id="2" creationId="{A066AC94-5ADA-4E95-9C7F-28CE60EFEBB0}"/>
          </ac:grpSpMkLst>
        </pc:grpChg>
        <pc:grpChg chg="mod topLvl">
          <ac:chgData name="Raju Rimal" userId="512e7f14-ebff-448c-bf59-1202fd5f99f9" providerId="ADAL" clId="{66CB3263-A3F7-463F-BB12-E9FE0C9FFCB7}" dt="2024-05-14T13:18:49.502" v="102" actId="165"/>
          <ac:grpSpMkLst>
            <pc:docMk/>
            <pc:sldMk cId="0" sldId="264"/>
            <ac:grpSpMk id="138" creationId="{00000000-0000-0000-0000-000000000000}"/>
          </ac:grpSpMkLst>
        </pc:grpChg>
        <pc:picChg chg="mod">
          <ac:chgData name="Raju Rimal" userId="512e7f14-ebff-448c-bf59-1202fd5f99f9" providerId="ADAL" clId="{66CB3263-A3F7-463F-BB12-E9FE0C9FFCB7}" dt="2024-05-14T13:23:23.039" v="130" actId="12789"/>
          <ac:picMkLst>
            <pc:docMk/>
            <pc:sldMk cId="0" sldId="264"/>
            <ac:picMk id="135" creationId="{00000000-0000-0000-0000-000000000000}"/>
          </ac:picMkLst>
        </pc:picChg>
        <pc:picChg chg="mod topLvl">
          <ac:chgData name="Raju Rimal" userId="512e7f14-ebff-448c-bf59-1202fd5f99f9" providerId="ADAL" clId="{66CB3263-A3F7-463F-BB12-E9FE0C9FFCB7}" dt="2024-05-14T13:18:49.502" v="102" actId="165"/>
          <ac:picMkLst>
            <pc:docMk/>
            <pc:sldMk cId="0" sldId="264"/>
            <ac:picMk id="137" creationId="{00000000-0000-0000-0000-000000000000}"/>
          </ac:picMkLst>
        </pc:picChg>
        <pc:picChg chg="mod">
          <ac:chgData name="Raju Rimal" userId="512e7f14-ebff-448c-bf59-1202fd5f99f9" providerId="ADAL" clId="{66CB3263-A3F7-463F-BB12-E9FE0C9FFCB7}" dt="2024-05-14T13:18:49.502" v="102" actId="165"/>
          <ac:picMkLst>
            <pc:docMk/>
            <pc:sldMk cId="0" sldId="264"/>
            <ac:picMk id="139" creationId="{00000000-0000-0000-0000-000000000000}"/>
          </ac:picMkLst>
        </pc:picChg>
      </pc:sldChg>
      <pc:sldChg chg="addSp delSp modSp mod modTransition modAnim modNotes modNotesTx">
        <pc:chgData name="Raju Rimal" userId="512e7f14-ebff-448c-bf59-1202fd5f99f9" providerId="ADAL" clId="{66CB3263-A3F7-463F-BB12-E9FE0C9FFCB7}" dt="2024-05-14T15:33:49.702" v="6323" actId="20577"/>
        <pc:sldMkLst>
          <pc:docMk/>
          <pc:sldMk cId="0" sldId="265"/>
        </pc:sldMkLst>
        <pc:spChg chg="mod">
          <ac:chgData name="Raju Rimal" userId="512e7f14-ebff-448c-bf59-1202fd5f99f9" providerId="ADAL" clId="{66CB3263-A3F7-463F-BB12-E9FE0C9FFCB7}" dt="2024-05-14T13:20:42.605" v="113" actId="165"/>
          <ac:spMkLst>
            <pc:docMk/>
            <pc:sldMk cId="0" sldId="265"/>
            <ac:spMk id="149" creationId="{00000000-0000-0000-0000-000000000000}"/>
          </ac:spMkLst>
        </pc:spChg>
        <pc:grpChg chg="add del mod">
          <ac:chgData name="Raju Rimal" userId="512e7f14-ebff-448c-bf59-1202fd5f99f9" providerId="ADAL" clId="{66CB3263-A3F7-463F-BB12-E9FE0C9FFCB7}" dt="2024-05-14T13:20:42.605" v="113" actId="165"/>
          <ac:grpSpMkLst>
            <pc:docMk/>
            <pc:sldMk cId="0" sldId="265"/>
            <ac:grpSpMk id="2" creationId="{27A5ACA6-4DF6-4229-8550-2166363FA29E}"/>
          </ac:grpSpMkLst>
        </pc:grpChg>
        <pc:grpChg chg="mod topLvl">
          <ac:chgData name="Raju Rimal" userId="512e7f14-ebff-448c-bf59-1202fd5f99f9" providerId="ADAL" clId="{66CB3263-A3F7-463F-BB12-E9FE0C9FFCB7}" dt="2024-05-14T13:24:46.805" v="137" actId="1076"/>
          <ac:grpSpMkLst>
            <pc:docMk/>
            <pc:sldMk cId="0" sldId="265"/>
            <ac:grpSpMk id="147" creationId="{00000000-0000-0000-0000-000000000000}"/>
          </ac:grpSpMkLst>
        </pc:grpChg>
        <pc:picChg chg="mod">
          <ac:chgData name="Raju Rimal" userId="512e7f14-ebff-448c-bf59-1202fd5f99f9" providerId="ADAL" clId="{66CB3263-A3F7-463F-BB12-E9FE0C9FFCB7}" dt="2024-05-14T13:27:23.693" v="150" actId="1076"/>
          <ac:picMkLst>
            <pc:docMk/>
            <pc:sldMk cId="0" sldId="265"/>
            <ac:picMk id="145" creationId="{00000000-0000-0000-0000-000000000000}"/>
          </ac:picMkLst>
        </pc:picChg>
        <pc:picChg chg="mod">
          <ac:chgData name="Raju Rimal" userId="512e7f14-ebff-448c-bf59-1202fd5f99f9" providerId="ADAL" clId="{66CB3263-A3F7-463F-BB12-E9FE0C9FFCB7}" dt="2024-05-14T13:20:42.605" v="113" actId="165"/>
          <ac:picMkLst>
            <pc:docMk/>
            <pc:sldMk cId="0" sldId="265"/>
            <ac:picMk id="148" creationId="{00000000-0000-0000-0000-000000000000}"/>
          </ac:picMkLst>
        </pc:picChg>
        <pc:picChg chg="mod topLvl">
          <ac:chgData name="Raju Rimal" userId="512e7f14-ebff-448c-bf59-1202fd5f99f9" providerId="ADAL" clId="{66CB3263-A3F7-463F-BB12-E9FE0C9FFCB7}" dt="2024-05-14T13:24:26.964" v="134" actId="1076"/>
          <ac:picMkLst>
            <pc:docMk/>
            <pc:sldMk cId="0" sldId="265"/>
            <ac:picMk id="150" creationId="{00000000-0000-0000-0000-000000000000}"/>
          </ac:picMkLst>
        </pc:picChg>
      </pc:sldChg>
      <pc:sldChg chg="modSp mod modTransition modAnim">
        <pc:chgData name="Raju Rimal" userId="512e7f14-ebff-448c-bf59-1202fd5f99f9" providerId="ADAL" clId="{66CB3263-A3F7-463F-BB12-E9FE0C9FFCB7}" dt="2024-05-14T13:33:07.138" v="194"/>
        <pc:sldMkLst>
          <pc:docMk/>
          <pc:sldMk cId="0" sldId="266"/>
        </pc:sldMkLst>
        <pc:picChg chg="mod">
          <ac:chgData name="Raju Rimal" userId="512e7f14-ebff-448c-bf59-1202fd5f99f9" providerId="ADAL" clId="{66CB3263-A3F7-463F-BB12-E9FE0C9FFCB7}" dt="2024-05-14T13:27:14.845" v="148" actId="1076"/>
          <ac:picMkLst>
            <pc:docMk/>
            <pc:sldMk cId="0" sldId="266"/>
            <ac:picMk id="155" creationId="{00000000-0000-0000-0000-000000000000}"/>
          </ac:picMkLst>
        </pc:picChg>
      </pc:sldChg>
      <pc:sldChg chg="modSp modTransition modAnim modNotes">
        <pc:chgData name="Raju Rimal" userId="512e7f14-ebff-448c-bf59-1202fd5f99f9" providerId="ADAL" clId="{66CB3263-A3F7-463F-BB12-E9FE0C9FFCB7}" dt="2024-05-14T13:41:58.596" v="240" actId="207"/>
        <pc:sldMkLst>
          <pc:docMk/>
          <pc:sldMk cId="0" sldId="267"/>
        </pc:sldMkLst>
        <pc:spChg chg="mod">
          <ac:chgData name="Raju Rimal" userId="512e7f14-ebff-448c-bf59-1202fd5f99f9" providerId="ADAL" clId="{66CB3263-A3F7-463F-BB12-E9FE0C9FFCB7}" dt="2024-05-14T13:41:58.596" v="240" actId="207"/>
          <ac:spMkLst>
            <pc:docMk/>
            <pc:sldMk cId="0" sldId="267"/>
            <ac:spMk id="164" creationId="{00000000-0000-0000-0000-000000000000}"/>
          </ac:spMkLst>
        </pc:spChg>
      </pc:sldChg>
      <pc:sldChg chg="addSp modSp mod modTransition modAnim modNotes">
        <pc:chgData name="Raju Rimal" userId="512e7f14-ebff-448c-bf59-1202fd5f99f9" providerId="ADAL" clId="{66CB3263-A3F7-463F-BB12-E9FE0C9FFCB7}" dt="2024-05-14T13:50:10.615" v="299" actId="255"/>
        <pc:sldMkLst>
          <pc:docMk/>
          <pc:sldMk cId="0" sldId="268"/>
        </pc:sldMkLst>
        <pc:spChg chg="add mod">
          <ac:chgData name="Raju Rimal" userId="512e7f14-ebff-448c-bf59-1202fd5f99f9" providerId="ADAL" clId="{66CB3263-A3F7-463F-BB12-E9FE0C9FFCB7}" dt="2024-05-14T13:50:10.615" v="299" actId="255"/>
          <ac:spMkLst>
            <pc:docMk/>
            <pc:sldMk cId="0" sldId="268"/>
            <ac:spMk id="7" creationId="{0D4A7170-EB46-4937-9EFA-B40E4A27B9C3}"/>
          </ac:spMkLst>
        </pc:spChg>
        <pc:spChg chg="mod">
          <ac:chgData name="Raju Rimal" userId="512e7f14-ebff-448c-bf59-1202fd5f99f9" providerId="ADAL" clId="{66CB3263-A3F7-463F-BB12-E9FE0C9FFCB7}" dt="2024-05-14T13:45:19.269" v="265" actId="1076"/>
          <ac:spMkLst>
            <pc:docMk/>
            <pc:sldMk cId="0" sldId="268"/>
            <ac:spMk id="170" creationId="{00000000-0000-0000-0000-000000000000}"/>
          </ac:spMkLst>
        </pc:spChg>
        <pc:spChg chg="mod">
          <ac:chgData name="Raju Rimal" userId="512e7f14-ebff-448c-bf59-1202fd5f99f9" providerId="ADAL" clId="{66CB3263-A3F7-463F-BB12-E9FE0C9FFCB7}" dt="2024-05-14T13:44:15.180" v="259" actId="108"/>
          <ac:spMkLst>
            <pc:docMk/>
            <pc:sldMk cId="0" sldId="268"/>
            <ac:spMk id="171" creationId="{00000000-0000-0000-0000-000000000000}"/>
          </ac:spMkLst>
        </pc:spChg>
      </pc:sldChg>
      <pc:sldChg chg="modSp mod modTransition modAnim modNotesTx">
        <pc:chgData name="Raju Rimal" userId="512e7f14-ebff-448c-bf59-1202fd5f99f9" providerId="ADAL" clId="{66CB3263-A3F7-463F-BB12-E9FE0C9FFCB7}" dt="2024-05-14T14:56:52.973" v="4190" actId="790"/>
        <pc:sldMkLst>
          <pc:docMk/>
          <pc:sldMk cId="0" sldId="269"/>
        </pc:sldMkLst>
        <pc:spChg chg="mod">
          <ac:chgData name="Raju Rimal" userId="512e7f14-ebff-448c-bf59-1202fd5f99f9" providerId="ADAL" clId="{66CB3263-A3F7-463F-BB12-E9FE0C9FFCB7}" dt="2024-05-14T13:08:56.056" v="42" actId="1076"/>
          <ac:spMkLst>
            <pc:docMk/>
            <pc:sldMk cId="0" sldId="269"/>
            <ac:spMk id="178" creationId="{00000000-0000-0000-0000-000000000000}"/>
          </ac:spMkLst>
        </pc:spChg>
        <pc:spChg chg="mod">
          <ac:chgData name="Raju Rimal" userId="512e7f14-ebff-448c-bf59-1202fd5f99f9" providerId="ADAL" clId="{66CB3263-A3F7-463F-BB12-E9FE0C9FFCB7}" dt="2024-05-14T13:09:30.292" v="46"/>
          <ac:spMkLst>
            <pc:docMk/>
            <pc:sldMk cId="0" sldId="269"/>
            <ac:spMk id="179" creationId="{00000000-0000-0000-0000-000000000000}"/>
          </ac:spMkLst>
        </pc:spChg>
      </pc:sldChg>
      <pc:sldChg chg="addSp delSp modSp new mod modClrScheme modAnim chgLayout">
        <pc:chgData name="Raju Rimal" userId="512e7f14-ebff-448c-bf59-1202fd5f99f9" providerId="ADAL" clId="{66CB3263-A3F7-463F-BB12-E9FE0C9FFCB7}" dt="2024-05-21T20:45:20.544" v="6373"/>
        <pc:sldMkLst>
          <pc:docMk/>
          <pc:sldMk cId="2410707737" sldId="270"/>
        </pc:sldMkLst>
        <pc:spChg chg="del">
          <ac:chgData name="Raju Rimal" userId="512e7f14-ebff-448c-bf59-1202fd5f99f9" providerId="ADAL" clId="{66CB3263-A3F7-463F-BB12-E9FE0C9FFCB7}" dt="2024-05-21T20:36:50.754" v="6338" actId="700"/>
          <ac:spMkLst>
            <pc:docMk/>
            <pc:sldMk cId="2410707737" sldId="270"/>
            <ac:spMk id="2" creationId="{44080B1E-EA60-4587-A66B-371E27E7526F}"/>
          </ac:spMkLst>
        </pc:spChg>
        <pc:spChg chg="del">
          <ac:chgData name="Raju Rimal" userId="512e7f14-ebff-448c-bf59-1202fd5f99f9" providerId="ADAL" clId="{66CB3263-A3F7-463F-BB12-E9FE0C9FFCB7}" dt="2024-05-21T20:36:50.754" v="6338" actId="700"/>
          <ac:spMkLst>
            <pc:docMk/>
            <pc:sldMk cId="2410707737" sldId="270"/>
            <ac:spMk id="3" creationId="{EF4E6BB7-79B2-4A58-8806-0E521F8F60A7}"/>
          </ac:spMkLst>
        </pc:spChg>
        <pc:spChg chg="del">
          <ac:chgData name="Raju Rimal" userId="512e7f14-ebff-448c-bf59-1202fd5f99f9" providerId="ADAL" clId="{66CB3263-A3F7-463F-BB12-E9FE0C9FFCB7}" dt="2024-05-21T20:36:50.754" v="6338" actId="700"/>
          <ac:spMkLst>
            <pc:docMk/>
            <pc:sldMk cId="2410707737" sldId="270"/>
            <ac:spMk id="4" creationId="{2DE9EA14-782A-4CB4-AE9B-4BB5925F068B}"/>
          </ac:spMkLst>
        </pc:spChg>
        <pc:spChg chg="add del mod">
          <ac:chgData name="Raju Rimal" userId="512e7f14-ebff-448c-bf59-1202fd5f99f9" providerId="ADAL" clId="{66CB3263-A3F7-463F-BB12-E9FE0C9FFCB7}" dt="2024-05-21T20:41:15.269" v="6350" actId="478"/>
          <ac:spMkLst>
            <pc:docMk/>
            <pc:sldMk cId="2410707737" sldId="270"/>
            <ac:spMk id="6" creationId="{F59E0F4F-0E7B-4514-8626-2CEABBEAB835}"/>
          </ac:spMkLst>
        </pc:spChg>
        <pc:picChg chg="add mod ord">
          <ac:chgData name="Raju Rimal" userId="512e7f14-ebff-448c-bf59-1202fd5f99f9" providerId="ADAL" clId="{66CB3263-A3F7-463F-BB12-E9FE0C9FFCB7}" dt="2024-05-21T20:41:12.647" v="6349" actId="167"/>
          <ac:picMkLst>
            <pc:docMk/>
            <pc:sldMk cId="2410707737" sldId="270"/>
            <ac:picMk id="7" creationId="{B70D770A-8B39-49C7-AA6D-8E62729947FE}"/>
          </ac:picMkLst>
        </pc:picChg>
        <pc:picChg chg="add mod">
          <ac:chgData name="Raju Rimal" userId="512e7f14-ebff-448c-bf59-1202fd5f99f9" providerId="ADAL" clId="{66CB3263-A3F7-463F-BB12-E9FE0C9FFCB7}" dt="2024-05-21T20:41:06.405" v="6348" actId="1076"/>
          <ac:picMkLst>
            <pc:docMk/>
            <pc:sldMk cId="2410707737" sldId="270"/>
            <ac:picMk id="1026" creationId="{12E6684C-8DD5-454F-8130-FCB073F6470A}"/>
          </ac:picMkLst>
        </pc:picChg>
      </pc:sldChg>
      <pc:sldChg chg="new del">
        <pc:chgData name="Raju Rimal" userId="512e7f14-ebff-448c-bf59-1202fd5f99f9" providerId="ADAL" clId="{66CB3263-A3F7-463F-BB12-E9FE0C9FFCB7}" dt="2024-05-14T13:15:41.329" v="88" actId="680"/>
        <pc:sldMkLst>
          <pc:docMk/>
          <pc:sldMk cId="2623769639" sldId="270"/>
        </pc:sldMkLst>
      </pc:sldChg>
      <pc:sldMasterChg chg="modTransition modSldLayout">
        <pc:chgData name="Raju Rimal" userId="512e7f14-ebff-448c-bf59-1202fd5f99f9" providerId="ADAL" clId="{66CB3263-A3F7-463F-BB12-E9FE0C9FFCB7}" dt="2024-05-14T13:03:28.498" v="3"/>
        <pc:sldMasterMkLst>
          <pc:docMk/>
          <pc:sldMasterMk cId="0" sldId="2147483659"/>
        </pc:sldMasterMkLst>
        <pc:sldLayoutChg chg="modTransition">
          <pc:chgData name="Raju Rimal" userId="512e7f14-ebff-448c-bf59-1202fd5f99f9" providerId="ADAL" clId="{66CB3263-A3F7-463F-BB12-E9FE0C9FFCB7}" dt="2024-05-14T13:03:28.498" v="3"/>
          <pc:sldLayoutMkLst>
            <pc:docMk/>
            <pc:sldMasterMk cId="0" sldId="2147483659"/>
            <pc:sldLayoutMk cId="0" sldId="2147483648"/>
          </pc:sldLayoutMkLst>
        </pc:sldLayoutChg>
        <pc:sldLayoutChg chg="modTransition">
          <pc:chgData name="Raju Rimal" userId="512e7f14-ebff-448c-bf59-1202fd5f99f9" providerId="ADAL" clId="{66CB3263-A3F7-463F-BB12-E9FE0C9FFCB7}" dt="2024-05-14T13:03:28.498" v="3"/>
          <pc:sldLayoutMkLst>
            <pc:docMk/>
            <pc:sldMasterMk cId="0" sldId="2147483659"/>
            <pc:sldLayoutMk cId="0" sldId="2147483649"/>
          </pc:sldLayoutMkLst>
        </pc:sldLayoutChg>
        <pc:sldLayoutChg chg="modTransition">
          <pc:chgData name="Raju Rimal" userId="512e7f14-ebff-448c-bf59-1202fd5f99f9" providerId="ADAL" clId="{66CB3263-A3F7-463F-BB12-E9FE0C9FFCB7}" dt="2024-05-14T13:03:28.498" v="3"/>
          <pc:sldLayoutMkLst>
            <pc:docMk/>
            <pc:sldMasterMk cId="0" sldId="2147483659"/>
            <pc:sldLayoutMk cId="0" sldId="2147483650"/>
          </pc:sldLayoutMkLst>
        </pc:sldLayoutChg>
        <pc:sldLayoutChg chg="modTransition">
          <pc:chgData name="Raju Rimal" userId="512e7f14-ebff-448c-bf59-1202fd5f99f9" providerId="ADAL" clId="{66CB3263-A3F7-463F-BB12-E9FE0C9FFCB7}" dt="2024-05-14T13:03:28.498" v="3"/>
          <pc:sldLayoutMkLst>
            <pc:docMk/>
            <pc:sldMasterMk cId="0" sldId="2147483659"/>
            <pc:sldLayoutMk cId="0" sldId="2147483651"/>
          </pc:sldLayoutMkLst>
        </pc:sldLayoutChg>
        <pc:sldLayoutChg chg="modTransition">
          <pc:chgData name="Raju Rimal" userId="512e7f14-ebff-448c-bf59-1202fd5f99f9" providerId="ADAL" clId="{66CB3263-A3F7-463F-BB12-E9FE0C9FFCB7}" dt="2024-05-14T13:03:28.498" v="3"/>
          <pc:sldLayoutMkLst>
            <pc:docMk/>
            <pc:sldMasterMk cId="0" sldId="2147483659"/>
            <pc:sldLayoutMk cId="0" sldId="2147483652"/>
          </pc:sldLayoutMkLst>
        </pc:sldLayoutChg>
        <pc:sldLayoutChg chg="modTransition">
          <pc:chgData name="Raju Rimal" userId="512e7f14-ebff-448c-bf59-1202fd5f99f9" providerId="ADAL" clId="{66CB3263-A3F7-463F-BB12-E9FE0C9FFCB7}" dt="2024-05-14T13:03:28.498" v="3"/>
          <pc:sldLayoutMkLst>
            <pc:docMk/>
            <pc:sldMasterMk cId="0" sldId="2147483659"/>
            <pc:sldLayoutMk cId="0" sldId="2147483653"/>
          </pc:sldLayoutMkLst>
        </pc:sldLayoutChg>
        <pc:sldLayoutChg chg="modTransition">
          <pc:chgData name="Raju Rimal" userId="512e7f14-ebff-448c-bf59-1202fd5f99f9" providerId="ADAL" clId="{66CB3263-A3F7-463F-BB12-E9FE0C9FFCB7}" dt="2024-05-14T13:03:28.498" v="3"/>
          <pc:sldLayoutMkLst>
            <pc:docMk/>
            <pc:sldMasterMk cId="0" sldId="2147483659"/>
            <pc:sldLayoutMk cId="0" sldId="2147483654"/>
          </pc:sldLayoutMkLst>
        </pc:sldLayoutChg>
        <pc:sldLayoutChg chg="modTransition">
          <pc:chgData name="Raju Rimal" userId="512e7f14-ebff-448c-bf59-1202fd5f99f9" providerId="ADAL" clId="{66CB3263-A3F7-463F-BB12-E9FE0C9FFCB7}" dt="2024-05-14T13:03:28.498" v="3"/>
          <pc:sldLayoutMkLst>
            <pc:docMk/>
            <pc:sldMasterMk cId="0" sldId="2147483659"/>
            <pc:sldLayoutMk cId="0" sldId="2147483655"/>
          </pc:sldLayoutMkLst>
        </pc:sldLayoutChg>
        <pc:sldLayoutChg chg="modTransition">
          <pc:chgData name="Raju Rimal" userId="512e7f14-ebff-448c-bf59-1202fd5f99f9" providerId="ADAL" clId="{66CB3263-A3F7-463F-BB12-E9FE0C9FFCB7}" dt="2024-05-14T13:03:28.498" v="3"/>
          <pc:sldLayoutMkLst>
            <pc:docMk/>
            <pc:sldMasterMk cId="0" sldId="2147483659"/>
            <pc:sldLayoutMk cId="0" sldId="2147483656"/>
          </pc:sldLayoutMkLst>
        </pc:sldLayoutChg>
        <pc:sldLayoutChg chg="modTransition">
          <pc:chgData name="Raju Rimal" userId="512e7f14-ebff-448c-bf59-1202fd5f99f9" providerId="ADAL" clId="{66CB3263-A3F7-463F-BB12-E9FE0C9FFCB7}" dt="2024-05-14T13:03:28.498" v="3"/>
          <pc:sldLayoutMkLst>
            <pc:docMk/>
            <pc:sldMasterMk cId="0" sldId="2147483659"/>
            <pc:sldLayoutMk cId="0" sldId="2147483657"/>
          </pc:sldLayoutMkLst>
        </pc:sldLayoutChg>
        <pc:sldLayoutChg chg="modTransition">
          <pc:chgData name="Raju Rimal" userId="512e7f14-ebff-448c-bf59-1202fd5f99f9" providerId="ADAL" clId="{66CB3263-A3F7-463F-BB12-E9FE0C9FFCB7}" dt="2024-05-14T13:03:28.498" v="3"/>
          <pc:sldLayoutMkLst>
            <pc:docMk/>
            <pc:sldMasterMk cId="0" sldId="2147483659"/>
            <pc:sldLayoutMk cId="0" sldId="2147483658"/>
          </pc:sldLayoutMkLst>
        </pc:sldLayoutChg>
      </pc:sldMasterChg>
    </pc:docChg>
  </pc:docChgLst>
  <pc:docChgLst>
    <pc:chgData name="Raju Rimal" userId="512e7f14-ebff-448c-bf59-1202fd5f99f9" providerId="ADAL" clId="{230C4FD2-A824-634A-A02F-8DE806390761}"/>
    <pc:docChg chg="modSld">
      <pc:chgData name="Raju Rimal" userId="512e7f14-ebff-448c-bf59-1202fd5f99f9" providerId="ADAL" clId="{230C4FD2-A824-634A-A02F-8DE806390761}" dt="2024-05-22T09:00:14.424" v="0" actId="729"/>
      <pc:docMkLst>
        <pc:docMk/>
      </pc:docMkLst>
      <pc:sldChg chg="mod modShow">
        <pc:chgData name="Raju Rimal" userId="512e7f14-ebff-448c-bf59-1202fd5f99f9" providerId="ADAL" clId="{230C4FD2-A824-634A-A02F-8DE806390761}" dt="2024-05-22T09:00:14.424" v="0" actId="729"/>
        <pc:sldMkLst>
          <pc:docMk/>
          <pc:sldMk cId="2410707737" sldId="27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f868d6b88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f868d6b88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da84d8987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da84d8987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/>
              <a:t>In this presentation, I will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GB" noProof="0"/>
              <a:t>Discussion some background on me and my skillset that I gather over time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GB" noProof="0"/>
              <a:t>My brief understanding of adverse outcome pathway (AOP) and aggregate exposure pathway (AEP)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GB" noProof="0"/>
              <a:t>Where I can contribute to the project in different stages of data pipeline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GB" noProof="0"/>
              <a:t>How I can contribute to the STOP application development, and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GB" noProof="0"/>
              <a:t>Finally, I would share relevant my academic works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en-GB" noProof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GB" noProof="0"/>
              <a:t>I will also open to have discussion in between if you prefer that way.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d1b3a1bdc5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d1b3a1bdc5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b="1" noProof="0"/>
              <a:t>Bachelor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/>
              <a:t>I started learning statistics from bachelor. Initially I wanted to learn Physics and afterwards ended up on statistics which I am happy with.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b="1" noProof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noProof="0"/>
              <a:t>Masters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/>
              <a:t>During my masters, I worked with econometrics data which have highly correlated variables and observations.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/>
              <a:t>During the time, I started my journey of R and Python and Data wrangling and visualization.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/>
              <a:t>I did my first masters in Nepal but it was mostly theoretical and lots of derivation of distribution and theory on probabilities etc.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/>
              <a:t>During my masers at NMBU, I learned the applied side of statistics.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/>
              <a:t>I learned most of the things while doing my Thesis on comparison of statistical methods using commodity and exchange rate data.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b="0" noProof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noProof="0"/>
              <a:t>PhD/Consultant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/>
              <a:t>I started my PhD to work with simulation model for simulating data from relevant component model.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/>
              <a:t>My understanding on statistical model, simulation increased quite a lot.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/>
              <a:t>I also developed R-package, different shiny application both as a GUI for the package and to show the results for my thesis.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/>
              <a:t>Encountering problems from wide field of study during the statistical advising was both challenging and exciting but worthwhile.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/>
              <a:t>I also gained skills on JavaScript, API, Database and development of web application during the consultant position after PhD.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b="1" noProof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noProof="0"/>
              <a:t>Postdoc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/>
              <a:t>My current position as Postdoc is very different from my previous work.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/>
              <a:t>This is more collaborative intensive project.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/>
              <a:t>I worked with survival analysis and epidemiological concept with main focus on cancer research.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GB" noProof="0"/>
              <a:t>I also learned Stata software on the way.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GB" b="1" noProof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noProof="0"/>
              <a:t>Self interest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/>
              <a:t>The tools and technologies I learned are mainly out of my interest.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/>
              <a:t>I believe that these skills and my educational background will help me to learn new concept quickly and directly work and contribute to the project.</a:t>
            </a:r>
            <a:endParaRPr lang="en-GB" b="1" noProof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noProof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d1b3a1bdc5_0_15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d1b3a1bdc5_0_15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/>
              <a:t>I have some basic understanding about the Aggregative Exposure Pathway (AEP) which I knew nothing before I applied for the job.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noProof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/>
              <a:t>A conceptual framework to study the journey of a toxicant, after it enters a target site (tissues or cell), to adverse outcome (AOP).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/>
              <a:t>In 2009, the concept was interdicted.  Here we study how a cell, tissue and/or organ respond and how it ends up to adverse outcome such as cancer.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noProof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/>
              <a:t>But there are so many ways the chemical/ toxicant, which we can also call stressor ends up to the target site from where it starts its journey of AOP.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da84d89871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da84d89871_1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/>
              <a:t>In exposure pathway, we analyse the journey of a stressor from its source to the target site, i.e. before it starts its AOP journey.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/>
              <a:t>For example, a toxin in a landfill site travels through different medium such as water to fish/ birds or other animals to human which eventually ends up with disease outbreak or some other chronic disease.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noProof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daafcf37c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daafcf37cf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/>
              <a:t>But there can be several of such stressor with their own pathway to the target site.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/>
              <a:t>In 2016, the aggregate exposure pathway as a framework completing the link establishing the framework to study pathway from source to the outcome.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/>
              <a:t>The framework has brought together several fields of sciences such as chemometrics, epidemiology, genomics, and multivariate analysis.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/>
              <a:t>This combination of fields demands for more sophisticated and aggregated data workflow/pipeline.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da84d89871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da84d89871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da84d89871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da84d89871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da84d89871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da84d89871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d1b3a1bdc5_0_15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d1b3a1bdc5_0_15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/>
              <a:t>Thank you very much for this opportunity.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0" y="1259213"/>
            <a:ext cx="8520600" cy="70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1964588"/>
            <a:ext cx="8520600" cy="59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Mono"/>
              <a:buNone/>
              <a:defRPr sz="2400"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2"/>
          </p:nvPr>
        </p:nvSpPr>
        <p:spPr>
          <a:xfrm>
            <a:off x="311700" y="2554988"/>
            <a:ext cx="8520600" cy="132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Medium"/>
              <a:buNone/>
              <a:defRPr sz="28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Medium"/>
              <a:buNone/>
              <a:defRPr sz="2800"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Medium"/>
              <a:buNone/>
              <a:defRPr sz="2800"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Medium"/>
              <a:buNone/>
              <a:defRPr sz="2800"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Medium"/>
              <a:buNone/>
              <a:defRPr sz="2800"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Medium"/>
              <a:buNone/>
              <a:defRPr sz="2800"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Medium"/>
              <a:buNone/>
              <a:defRPr sz="2800"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Medium"/>
              <a:buNone/>
              <a:defRPr sz="2800"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Medium"/>
              <a:buNone/>
              <a:defRPr sz="28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 algn="ctr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1pPr>
            <a:lvl2pPr marL="914400" lvl="1" indent="-3302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edium"/>
              <a:buNone/>
              <a:defRPr sz="30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edium"/>
              <a:buNone/>
              <a:defRPr sz="30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edium"/>
              <a:buNone/>
              <a:defRPr sz="30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edium"/>
              <a:buNone/>
              <a:defRPr sz="30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edium"/>
              <a:buNone/>
              <a:defRPr sz="30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edium"/>
              <a:buNone/>
              <a:defRPr sz="30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edium"/>
              <a:buNone/>
              <a:defRPr sz="30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edium"/>
              <a:buNone/>
              <a:defRPr sz="30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edium"/>
              <a:buNone/>
              <a:defRPr sz="30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 Mono"/>
              <a:buChar char="●"/>
              <a:defRPr sz="20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lvl="1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"/>
              <a:buChar char="○"/>
              <a:defRPr sz="16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lvl="2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"/>
              <a:buChar char="■"/>
              <a:defRPr sz="16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lvl="3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"/>
              <a:buChar char="●"/>
              <a:defRPr sz="16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lvl="4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"/>
              <a:buChar char="○"/>
              <a:defRPr sz="16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lvl="5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"/>
              <a:buChar char="■"/>
              <a:defRPr sz="16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marL="3200400" lvl="6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"/>
              <a:buChar char="●"/>
              <a:defRPr sz="16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marL="3657600" lvl="7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"/>
              <a:buChar char="○"/>
              <a:defRPr sz="16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marL="4114800" lvl="8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"/>
              <a:buChar char="■"/>
              <a:defRPr sz="16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subTitle" idx="2"/>
          </p:nvPr>
        </p:nvSpPr>
        <p:spPr>
          <a:xfrm>
            <a:off x="311700" y="2407081"/>
            <a:ext cx="8520600" cy="76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Focusing on Aggregate Exposure Pathway (AEP)</a:t>
            </a:r>
            <a:endParaRPr sz="1600"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A component of Source to Outcome Pathway (STOP)</a:t>
            </a:r>
            <a:endParaRPr sz="1600"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6" name="Google Shape;56;p13"/>
          <p:cNvSpPr txBox="1">
            <a:spLocks noGrp="1"/>
          </p:cNvSpPr>
          <p:nvPr>
            <p:ph type="ctrTitle"/>
          </p:nvPr>
        </p:nvSpPr>
        <p:spPr>
          <a:xfrm>
            <a:off x="311700" y="744763"/>
            <a:ext cx="8520600" cy="16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Qualification Alignment for Postdoc Research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2"/>
          </p:nvPr>
        </p:nvSpPr>
        <p:spPr>
          <a:xfrm>
            <a:off x="311700" y="3175675"/>
            <a:ext cx="8520600" cy="124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 Mono SemiBold"/>
                <a:ea typeface="Roboto Mono SemiBold"/>
                <a:cs typeface="Roboto Mono SemiBold"/>
                <a:sym typeface="Roboto Mono SemiBold"/>
              </a:rPr>
              <a:t>Raju Rimal</a:t>
            </a:r>
            <a:endParaRPr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pic>
        <p:nvPicPr>
          <p:cNvPr id="5" name="Google Shape;64;p14">
            <a:extLst>
              <a:ext uri="{FF2B5EF4-FFF2-40B4-BE49-F238E27FC236}">
                <a16:creationId xmlns:a16="http://schemas.microsoft.com/office/drawing/2014/main" id="{03A0DC2D-9266-424E-BB2A-F07470AF0481}"/>
              </a:ext>
            </a:extLst>
          </p:cNvPr>
          <p:cNvPicPr preferRelativeResize="0"/>
          <p:nvPr/>
        </p:nvPicPr>
        <p:blipFill rotWithShape="1">
          <a:blip r:embed="rId3">
            <a:alphaModFix amt="76000"/>
          </a:blip>
          <a:srcRect t="1498" r="18140" b="17075"/>
          <a:stretch/>
        </p:blipFill>
        <p:spPr>
          <a:xfrm>
            <a:off x="9990376" y="0"/>
            <a:ext cx="3893265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Outline</a:t>
            </a:r>
            <a:endParaRPr sz="3200"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42603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❖"/>
            </a:pPr>
            <a:r>
              <a:rPr lang="en" sz="1600"/>
              <a:t>My background</a:t>
            </a:r>
            <a:endParaRPr sz="1600"/>
          </a:p>
          <a:p>
            <a:pPr marL="457200" lvl="0" indent="-330200" algn="l" rtl="0">
              <a:spcBef>
                <a:spcPts val="1000"/>
              </a:spcBef>
              <a:spcAft>
                <a:spcPts val="0"/>
              </a:spcAft>
              <a:buSzPts val="1600"/>
              <a:buChar char="❖"/>
            </a:pPr>
            <a:r>
              <a:rPr lang="en" sz="1600"/>
              <a:t>Aggregate Exposure Pathway</a:t>
            </a:r>
            <a:endParaRPr sz="1600"/>
          </a:p>
          <a:p>
            <a:pPr marL="457200" lvl="0" indent="-330200" algn="l" rtl="0">
              <a:spcBef>
                <a:spcPts val="1000"/>
              </a:spcBef>
              <a:spcAft>
                <a:spcPts val="0"/>
              </a:spcAft>
              <a:buSzPts val="1600"/>
              <a:buChar char="❖"/>
            </a:pPr>
            <a:r>
              <a:rPr lang="en" sz="1600"/>
              <a:t>Data integration, analysis and visualization</a:t>
            </a:r>
            <a:endParaRPr sz="1600"/>
          </a:p>
          <a:p>
            <a:pPr marL="457200" lvl="0" indent="-330200" algn="l" rtl="0">
              <a:spcBef>
                <a:spcPts val="1000"/>
              </a:spcBef>
              <a:spcAft>
                <a:spcPts val="0"/>
              </a:spcAft>
              <a:buSzPts val="1600"/>
              <a:buChar char="❖"/>
            </a:pPr>
            <a:r>
              <a:rPr lang="en" sz="1600"/>
              <a:t>Possible contribution to the STOP application</a:t>
            </a:r>
            <a:endParaRPr sz="1600"/>
          </a:p>
          <a:p>
            <a:pPr marL="457200" lvl="0" indent="-330200" algn="l" rtl="0">
              <a:spcBef>
                <a:spcPts val="1000"/>
              </a:spcBef>
              <a:spcAft>
                <a:spcPts val="1000"/>
              </a:spcAft>
              <a:buSzPts val="1600"/>
              <a:buChar char="❖"/>
            </a:pPr>
            <a:r>
              <a:rPr lang="en" sz="1600"/>
              <a:t>Publication and dissemination</a:t>
            </a:r>
            <a:endParaRPr sz="1600"/>
          </a:p>
        </p:txBody>
      </p:sp>
      <p:pic>
        <p:nvPicPr>
          <p:cNvPr id="64" name="Google Shape;64;p14"/>
          <p:cNvPicPr preferRelativeResize="0"/>
          <p:nvPr/>
        </p:nvPicPr>
        <p:blipFill rotWithShape="1">
          <a:blip r:embed="rId3">
            <a:alphaModFix amt="76000"/>
          </a:blip>
          <a:srcRect t="1498" r="18140" b="17075"/>
          <a:stretch/>
        </p:blipFill>
        <p:spPr>
          <a:xfrm>
            <a:off x="5250736" y="0"/>
            <a:ext cx="3893265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>
                <a:alpha val="0"/>
              </a:srgbClr>
            </a:gs>
            <a:gs pos="45000">
              <a:schemeClr val="lt1"/>
            </a:gs>
            <a:gs pos="100000">
              <a:srgbClr val="F6FCFF"/>
            </a:gs>
          </a:gsLst>
          <a:lin ang="10800025" scaled="0"/>
        </a:gra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Heading-Education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260300" cy="5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Education</a:t>
            </a:r>
            <a:endParaRPr sz="1800">
              <a:solidFill>
                <a:srgbClr val="0B5394"/>
              </a:solidFill>
            </a:endParaRPr>
          </a:p>
        </p:txBody>
      </p:sp>
      <p:sp>
        <p:nvSpPr>
          <p:cNvPr id="71" name="Text-Education"/>
          <p:cNvSpPr txBox="1">
            <a:spLocks noGrp="1"/>
          </p:cNvSpPr>
          <p:nvPr>
            <p:ph type="body" idx="1"/>
          </p:nvPr>
        </p:nvSpPr>
        <p:spPr>
          <a:xfrm>
            <a:off x="311700" y="1713550"/>
            <a:ext cx="4260300" cy="101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indent="-342900">
              <a:lnSpc>
                <a:spcPct val="100000"/>
              </a:lnSpc>
              <a:buSzPts val="1800"/>
              <a:buFont typeface="Roboto Mono"/>
              <a:buChar char="➔"/>
            </a:pPr>
            <a:r>
              <a:rPr lang="en" sz="1800"/>
              <a:t>Bachelor</a:t>
            </a:r>
            <a:endParaRPr sz="1800"/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en" sz="1800"/>
              <a:t>Masters</a:t>
            </a:r>
            <a:endParaRPr sz="1800"/>
          </a:p>
          <a:p>
            <a:pPr indent="-342900">
              <a:lnSpc>
                <a:spcPct val="100000"/>
              </a:lnSpc>
              <a:buSzPts val="1800"/>
              <a:buFont typeface="Roboto Mono"/>
              <a:buChar char="➔"/>
            </a:pPr>
            <a:r>
              <a:rPr lang="en" sz="1800"/>
              <a:t>PhD</a:t>
            </a:r>
            <a:endParaRPr sz="1800"/>
          </a:p>
        </p:txBody>
      </p:sp>
      <p:sp>
        <p:nvSpPr>
          <p:cNvPr id="72" name="Heading-Experience"/>
          <p:cNvSpPr txBox="1">
            <a:spLocks noGrp="1"/>
          </p:cNvSpPr>
          <p:nvPr>
            <p:ph type="body" idx="1"/>
          </p:nvPr>
        </p:nvSpPr>
        <p:spPr>
          <a:xfrm>
            <a:off x="311700" y="2736325"/>
            <a:ext cx="4260300" cy="5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Experience</a:t>
            </a:r>
            <a:endParaRPr sz="1800"/>
          </a:p>
        </p:txBody>
      </p:sp>
      <p:sp>
        <p:nvSpPr>
          <p:cNvPr id="73" name="Text-Experience"/>
          <p:cNvSpPr txBox="1">
            <a:spLocks noGrp="1"/>
          </p:cNvSpPr>
          <p:nvPr>
            <p:ph type="body" idx="1"/>
          </p:nvPr>
        </p:nvSpPr>
        <p:spPr>
          <a:xfrm>
            <a:off x="311700" y="3297400"/>
            <a:ext cx="42603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en" sz="1800"/>
              <a:t>Consultant</a:t>
            </a:r>
            <a:endParaRPr sz="180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en" sz="1800"/>
              <a:t>Postdoc</a:t>
            </a:r>
            <a:endParaRPr sz="1800"/>
          </a:p>
        </p:txBody>
      </p:sp>
      <p:sp>
        <p:nvSpPr>
          <p:cNvPr id="74" name="Heading-Interest"/>
          <p:cNvSpPr txBox="1">
            <a:spLocks noGrp="1"/>
          </p:cNvSpPr>
          <p:nvPr>
            <p:ph type="body" idx="1"/>
          </p:nvPr>
        </p:nvSpPr>
        <p:spPr>
          <a:xfrm>
            <a:off x="311700" y="4043275"/>
            <a:ext cx="4260300" cy="5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Interest</a:t>
            </a:r>
            <a:endParaRPr sz="1800"/>
          </a:p>
        </p:txBody>
      </p:sp>
      <p:sp>
        <p:nvSpPr>
          <p:cNvPr id="75" name="Slide-Title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00" b="1">
                <a:latin typeface="Roboto"/>
                <a:ea typeface="Roboto"/>
                <a:cs typeface="Roboto"/>
                <a:sym typeface="Roboto"/>
              </a:rPr>
              <a:t>My background</a:t>
            </a:r>
            <a:endParaRPr sz="3200" b="1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9" name="Bachelor"/>
          <p:cNvPicPr preferRelativeResize="0"/>
          <p:nvPr/>
        </p:nvPicPr>
        <p:blipFill>
          <a:blip r:embed="rId3"/>
          <a:srcRect/>
          <a:stretch/>
        </p:blipFill>
        <p:spPr>
          <a:xfrm>
            <a:off x="4512300" y="510649"/>
            <a:ext cx="4320000" cy="4188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Masters">
            <a:extLst>
              <a:ext uri="{FF2B5EF4-FFF2-40B4-BE49-F238E27FC236}">
                <a16:creationId xmlns:a16="http://schemas.microsoft.com/office/drawing/2014/main" id="{9B55A07E-F131-4797-B882-1DAA8D29CCC7}"/>
              </a:ext>
            </a:extLst>
          </p:cNvPr>
          <p:cNvPicPr preferRelativeResize="0"/>
          <p:nvPr/>
        </p:nvPicPr>
        <p:blipFill>
          <a:blip r:embed="rId4"/>
          <a:srcRect l="560" r="560"/>
          <a:stretch/>
        </p:blipFill>
        <p:spPr>
          <a:xfrm>
            <a:off x="4512300" y="445025"/>
            <a:ext cx="4320000" cy="43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hD">
            <a:extLst>
              <a:ext uri="{FF2B5EF4-FFF2-40B4-BE49-F238E27FC236}">
                <a16:creationId xmlns:a16="http://schemas.microsoft.com/office/drawing/2014/main" id="{56A3FBCF-21E8-46B3-9511-4B1BE19F0F24}"/>
              </a:ext>
            </a:extLst>
          </p:cNvPr>
          <p:cNvPicPr preferRelativeResize="0"/>
          <p:nvPr/>
        </p:nvPicPr>
        <p:blipFill>
          <a:blip r:embed="rId5"/>
          <a:srcRect/>
          <a:stretch/>
        </p:blipFill>
        <p:spPr>
          <a:xfrm>
            <a:off x="4512300" y="445025"/>
            <a:ext cx="4320000" cy="43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ostDoc">
            <a:extLst>
              <a:ext uri="{FF2B5EF4-FFF2-40B4-BE49-F238E27FC236}">
                <a16:creationId xmlns:a16="http://schemas.microsoft.com/office/drawing/2014/main" id="{2BA3B18B-B5EE-4C16-8082-D13E6D5E2EB0}"/>
              </a:ext>
            </a:extLst>
          </p:cNvPr>
          <p:cNvPicPr preferRelativeResize="0"/>
          <p:nvPr/>
        </p:nvPicPr>
        <p:blipFill>
          <a:blip r:embed="rId6"/>
          <a:srcRect/>
          <a:stretch/>
        </p:blipFill>
        <p:spPr>
          <a:xfrm>
            <a:off x="4512300" y="445025"/>
            <a:ext cx="4320000" cy="43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Interest">
            <a:extLst>
              <a:ext uri="{FF2B5EF4-FFF2-40B4-BE49-F238E27FC236}">
                <a16:creationId xmlns:a16="http://schemas.microsoft.com/office/drawing/2014/main" id="{CF442FCF-93E4-403D-AC5A-7D2A724602F5}"/>
              </a:ext>
            </a:extLst>
          </p:cNvPr>
          <p:cNvPicPr preferRelativeResize="0"/>
          <p:nvPr/>
        </p:nvPicPr>
        <p:blipFill>
          <a:blip r:embed="rId7"/>
          <a:srcRect l="1140" r="1140"/>
          <a:stretch/>
        </p:blipFill>
        <p:spPr>
          <a:xfrm>
            <a:off x="4512300" y="445025"/>
            <a:ext cx="4320000" cy="432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 thruBlk="1"/>
      </p:transition>
    </mc:Choice>
    <mc:Fallback>
      <p:transition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8" dur="500" fill="hold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5" dur="500" fill="hold"/>
                                        <p:tgtEl>
                                          <p:spTgt spid="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2" dur="500" fill="hold"/>
                                        <p:tgtEl>
                                          <p:spTgt spid="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3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4" dur="500" fill="hold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31" dur="500" fill="hold"/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38" dur="500" fill="hold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1331" y="1083900"/>
            <a:ext cx="3690970" cy="29757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5" name="Google Shape;125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00"/>
              <a:t>Aggregate Exposure Pathway (AEP)</a:t>
            </a:r>
            <a:endParaRPr sz="320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FEE8F84-21AC-4F00-93F2-EB3352574A80}"/>
              </a:ext>
            </a:extLst>
          </p:cNvPr>
          <p:cNvGrpSpPr/>
          <p:nvPr/>
        </p:nvGrpSpPr>
        <p:grpSpPr>
          <a:xfrm>
            <a:off x="311700" y="1152475"/>
            <a:ext cx="4470249" cy="3416450"/>
            <a:chOff x="311700" y="1152475"/>
            <a:chExt cx="4470249" cy="3416450"/>
          </a:xfrm>
        </p:grpSpPr>
        <p:pic>
          <p:nvPicPr>
            <p:cNvPr id="127" name="Google Shape;127;p20"/>
            <p:cNvPicPr preferRelativeResize="0"/>
            <p:nvPr/>
          </p:nvPicPr>
          <p:blipFill rotWithShape="1">
            <a:blip r:embed="rId4">
              <a:alphaModFix/>
            </a:blip>
            <a:srcRect b="3465"/>
            <a:stretch/>
          </p:blipFill>
          <p:spPr>
            <a:xfrm>
              <a:off x="311700" y="1152475"/>
              <a:ext cx="4470249" cy="1786367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grpSp>
          <p:nvGrpSpPr>
            <p:cNvPr id="128" name="Google Shape;128;p20"/>
            <p:cNvGrpSpPr/>
            <p:nvPr/>
          </p:nvGrpSpPr>
          <p:grpSpPr>
            <a:xfrm>
              <a:off x="311700" y="3030750"/>
              <a:ext cx="4425875" cy="1538175"/>
              <a:chOff x="4492675" y="3030750"/>
              <a:chExt cx="4425875" cy="1538175"/>
            </a:xfrm>
          </p:grpSpPr>
          <p:pic>
            <p:nvPicPr>
              <p:cNvPr id="129" name="Google Shape;129;p2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4492675" y="3030750"/>
                <a:ext cx="3199049" cy="15381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</p:pic>
          <p:sp>
            <p:nvSpPr>
              <p:cNvPr id="130" name="Google Shape;130;p20"/>
              <p:cNvSpPr txBox="1"/>
              <p:nvPr/>
            </p:nvSpPr>
            <p:spPr>
              <a:xfrm>
                <a:off x="7772550" y="3030825"/>
                <a:ext cx="1146000" cy="153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b" anchorCtr="0">
                <a:norm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">
                    <a:solidFill>
                      <a:schemeClr val="dk2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Enviro Toxic and Chemistry</a:t>
                </a:r>
                <a:endParaRPr sz="60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">
                    <a:solidFill>
                      <a:schemeClr val="dk2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Volume: 29</a:t>
                </a:r>
                <a:endParaRPr sz="60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">
                    <a:solidFill>
                      <a:schemeClr val="dk2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Issue: 3</a:t>
                </a:r>
                <a:endParaRPr sz="60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">
                    <a:solidFill>
                      <a:schemeClr val="dk2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Pages: 730-741</a:t>
                </a:r>
                <a:endParaRPr sz="60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">
                    <a:solidFill>
                      <a:schemeClr val="dk2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Published: 09.11.2009 </a:t>
                </a:r>
                <a:br>
                  <a:rPr lang="en" sz="600">
                    <a:solidFill>
                      <a:schemeClr val="dk2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</a:br>
                <a:r>
                  <a:rPr lang="en" sz="600">
                    <a:solidFill>
                      <a:schemeClr val="dk2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DOI: 10.1002/etc.34</a:t>
                </a:r>
                <a:endParaRPr sz="60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 thruBlk="1"/>
      </p:transition>
    </mc:Choice>
    <mc:Fallback>
      <p:transition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1"/>
          <p:cNvPicPr preferRelativeResize="0"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7" y="1131750"/>
            <a:ext cx="3572267" cy="2880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6" name="Google Shape;136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00"/>
              <a:t>Aggregate Exposure Pathway (AEP)</a:t>
            </a:r>
            <a:endParaRPr sz="3200"/>
          </a:p>
        </p:txBody>
      </p:sp>
      <p:pic>
        <p:nvPicPr>
          <p:cNvPr id="137" name="Google Shape;137;p21"/>
          <p:cNvPicPr preferRelativeResize="0"/>
          <p:nvPr/>
        </p:nvPicPr>
        <p:blipFill rotWithShape="1">
          <a:blip r:embed="rId4">
            <a:alphaModFix/>
          </a:blip>
          <a:srcRect b="6655"/>
          <a:stretch/>
        </p:blipFill>
        <p:spPr>
          <a:xfrm>
            <a:off x="4492675" y="1152475"/>
            <a:ext cx="4470252" cy="1674974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138" name="Google Shape;138;p21"/>
          <p:cNvGrpSpPr/>
          <p:nvPr/>
        </p:nvGrpSpPr>
        <p:grpSpPr>
          <a:xfrm>
            <a:off x="4492675" y="2979850"/>
            <a:ext cx="4470300" cy="1589025"/>
            <a:chOff x="4492675" y="2979850"/>
            <a:chExt cx="4470300" cy="1589025"/>
          </a:xfrm>
        </p:grpSpPr>
        <p:pic>
          <p:nvPicPr>
            <p:cNvPr id="139" name="Google Shape;139;p21"/>
            <p:cNvPicPr preferRelativeResize="0"/>
            <p:nvPr/>
          </p:nvPicPr>
          <p:blipFill rotWithShape="1">
            <a:blip r:embed="rId5">
              <a:alphaModFix/>
            </a:blip>
            <a:srcRect b="53253"/>
            <a:stretch/>
          </p:blipFill>
          <p:spPr>
            <a:xfrm>
              <a:off x="4492675" y="2979850"/>
              <a:ext cx="4470248" cy="1077713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sp>
          <p:nvSpPr>
            <p:cNvPr id="140" name="Google Shape;140;p21"/>
            <p:cNvSpPr txBox="1"/>
            <p:nvPr/>
          </p:nvSpPr>
          <p:spPr>
            <a:xfrm>
              <a:off x="4492675" y="4128175"/>
              <a:ext cx="4470300" cy="44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rm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Environmental Science &amp; Technology, Volume: 50, Issue: 9, Pages: 4579-4586</a:t>
              </a:r>
              <a:endParaRPr sz="6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Published: 03.05.2016</a:t>
              </a:r>
              <a:endParaRPr sz="6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DOI: 10.1021/acs.est.5b05311</a:t>
              </a:r>
              <a:endParaRPr sz="6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2"/>
          <p:cNvPicPr preferRelativeResize="0"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31750"/>
            <a:ext cx="3439711" cy="2880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6" name="Google Shape;146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00"/>
              <a:t>Aggregate Exposure Pathway (AEP)</a:t>
            </a:r>
            <a:endParaRPr sz="3200"/>
          </a:p>
        </p:txBody>
      </p:sp>
      <p:grpSp>
        <p:nvGrpSpPr>
          <p:cNvPr id="147" name="Google Shape;147;p22"/>
          <p:cNvGrpSpPr>
            <a:grpSpLocks noChangeAspect="1"/>
          </p:cNvGrpSpPr>
          <p:nvPr/>
        </p:nvGrpSpPr>
        <p:grpSpPr>
          <a:xfrm>
            <a:off x="4491749" y="2033275"/>
            <a:ext cx="4471200" cy="2623698"/>
            <a:chOff x="4641838" y="2033275"/>
            <a:chExt cx="4321237" cy="2535700"/>
          </a:xfrm>
        </p:grpSpPr>
        <p:pic>
          <p:nvPicPr>
            <p:cNvPr id="148" name="Google Shape;148;p2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641838" y="2033275"/>
              <a:ext cx="4321111" cy="2166888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sp>
          <p:nvSpPr>
            <p:cNvPr id="149" name="Google Shape;149;p22"/>
            <p:cNvSpPr txBox="1"/>
            <p:nvPr/>
          </p:nvSpPr>
          <p:spPr>
            <a:xfrm>
              <a:off x="4641875" y="4274975"/>
              <a:ext cx="4321200" cy="29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rm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Environmental Science &amp; Technology, Volume: 50, Issue: 9, Pages: 4579-4586</a:t>
              </a:r>
              <a:endParaRPr sz="6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Published: 03.05.2016</a:t>
              </a:r>
              <a:endParaRPr sz="6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DOI: 10.1021/acs.est.5b05311</a:t>
              </a:r>
              <a:endParaRPr sz="6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pic>
        <p:nvPicPr>
          <p:cNvPr id="150" name="Google Shape;150;p22"/>
          <p:cNvPicPr preferRelativeResize="0">
            <a:picLocks noChangeAspect="1"/>
          </p:cNvPicPr>
          <p:nvPr/>
        </p:nvPicPr>
        <p:blipFill rotWithShape="1">
          <a:blip r:embed="rId5">
            <a:alphaModFix/>
          </a:blip>
          <a:srcRect b="54539"/>
          <a:stretch/>
        </p:blipFill>
        <p:spPr>
          <a:xfrm>
            <a:off x="4491749" y="1142539"/>
            <a:ext cx="4471200" cy="815924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150;p22">
            <a:extLst>
              <a:ext uri="{FF2B5EF4-FFF2-40B4-BE49-F238E27FC236}">
                <a16:creationId xmlns:a16="http://schemas.microsoft.com/office/drawing/2014/main" id="{B70D770A-8B39-49C7-AA6D-8E62729947FE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2"/>
          <a:stretch/>
        </p:blipFill>
        <p:spPr>
          <a:xfrm>
            <a:off x="7531" y="2378"/>
            <a:ext cx="7896004" cy="1670847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12E6684C-8DD5-454F-8130-FCB073F64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531" y="1670847"/>
            <a:ext cx="9144000" cy="347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070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2919" y="1152475"/>
            <a:ext cx="3369381" cy="34164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56" name="Google Shape;156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00"/>
              <a:t>Data integration, analysis and visualization</a:t>
            </a:r>
            <a:endParaRPr sz="3200"/>
          </a:p>
        </p:txBody>
      </p:sp>
      <p:sp>
        <p:nvSpPr>
          <p:cNvPr id="157" name="Google Shape;157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767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en" sz="1800"/>
              <a:t>Many data sources</a:t>
            </a:r>
            <a:endParaRPr sz="1800"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➔"/>
            </a:pPr>
            <a:r>
              <a:rPr lang="en" sz="1800"/>
              <a:t>Continuously updated data</a:t>
            </a:r>
            <a:endParaRPr sz="1800"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➔"/>
            </a:pPr>
            <a:r>
              <a:rPr lang="en" sz="1800"/>
              <a:t>Data of different properties</a:t>
            </a:r>
            <a:endParaRPr sz="1800"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➔"/>
            </a:pPr>
            <a:r>
              <a:rPr lang="en" sz="1800"/>
              <a:t>Integrated analysis and modelling</a:t>
            </a:r>
            <a:endParaRPr sz="1800"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➔"/>
            </a:pPr>
            <a:r>
              <a:rPr lang="en" sz="1800"/>
              <a:t>Customizable visualization</a:t>
            </a:r>
            <a:endParaRPr sz="1800"/>
          </a:p>
          <a:p>
            <a:pPr marL="457200" lvl="0" indent="-342900" algn="l" rtl="0">
              <a:spcBef>
                <a:spcPts val="1000"/>
              </a:spcBef>
              <a:spcAft>
                <a:spcPts val="1000"/>
              </a:spcAft>
              <a:buSzPts val="1800"/>
              <a:buChar char="➔"/>
            </a:pPr>
            <a:r>
              <a:rPr lang="en" sz="1800"/>
              <a:t>Need of data pipeline</a:t>
            </a:r>
            <a:endParaRPr sz="1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2400" y="1568950"/>
            <a:ext cx="3999901" cy="2999926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00"/>
              <a:t>Contributing to the STOP application</a:t>
            </a:r>
            <a:endParaRPr sz="3200"/>
          </a:p>
        </p:txBody>
      </p:sp>
      <p:sp>
        <p:nvSpPr>
          <p:cNvPr id="164" name="Google Shape;164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en" sz="1800" i="1">
                <a:solidFill>
                  <a:schemeClr val="accent1">
                    <a:lumMod val="75000"/>
                  </a:schemeClr>
                </a:solidFill>
                <a:latin typeface="Caveat SemiBold"/>
                <a:ea typeface="Caveat SemiBold"/>
                <a:cs typeface="Caveat SemiBold"/>
                <a:sym typeface="Caveat SemiBold"/>
              </a:rPr>
              <a:t>Improved</a:t>
            </a:r>
            <a:r>
              <a:rPr lang="en" sz="180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" sz="1800"/>
              <a:t>Graphical User Interface (GUI)</a:t>
            </a:r>
            <a:endParaRPr sz="1800"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➔"/>
            </a:pPr>
            <a:r>
              <a:rPr lang="en" sz="1800"/>
              <a:t>Build </a:t>
            </a:r>
            <a:r>
              <a:rPr lang="en" sz="1800">
                <a:solidFill>
                  <a:schemeClr val="accent1">
                    <a:lumMod val="75000"/>
                  </a:schemeClr>
                </a:solidFill>
                <a:latin typeface="Caveat SemiBold"/>
                <a:ea typeface="Caveat SemiBold"/>
                <a:cs typeface="Caveat SemiBold"/>
                <a:sym typeface="Caveat SemiBold"/>
              </a:rPr>
              <a:t>faster</a:t>
            </a:r>
            <a:r>
              <a:rPr lang="en" sz="1800"/>
              <a:t> Shiny App</a:t>
            </a:r>
            <a:endParaRPr sz="1800"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➔"/>
            </a:pPr>
            <a:r>
              <a:rPr lang="en" sz="1800">
                <a:solidFill>
                  <a:schemeClr val="accent1">
                    <a:lumMod val="75000"/>
                  </a:schemeClr>
                </a:solidFill>
                <a:latin typeface="Caveat SemiBold"/>
                <a:ea typeface="Caveat SemiBold"/>
                <a:cs typeface="Caveat SemiBold"/>
                <a:sym typeface="Caveat SemiBold"/>
              </a:rPr>
              <a:t>Interactive</a:t>
            </a:r>
            <a:r>
              <a:rPr lang="en" sz="1800"/>
              <a:t> visualization of exposure, effect and risk predictions</a:t>
            </a:r>
            <a:endParaRPr sz="1800"/>
          </a:p>
          <a:p>
            <a:pPr marL="457200" lvl="0" indent="-342900" algn="l" rtl="0">
              <a:spcBef>
                <a:spcPts val="1000"/>
              </a:spcBef>
              <a:spcAft>
                <a:spcPts val="1000"/>
              </a:spcAft>
              <a:buSzPts val="1800"/>
              <a:buChar char="➔"/>
            </a:pPr>
            <a:r>
              <a:rPr lang="en" sz="1800"/>
              <a:t>Informed by </a:t>
            </a:r>
            <a:r>
              <a:rPr lang="en" sz="1800">
                <a:solidFill>
                  <a:schemeClr val="accent1">
                    <a:lumMod val="75000"/>
                  </a:schemeClr>
                </a:solidFill>
                <a:latin typeface="Caveat SemiBold"/>
                <a:ea typeface="Caveat SemiBold"/>
                <a:cs typeface="Caveat SemiBold"/>
                <a:sym typeface="Caveat SemiBold"/>
              </a:rPr>
              <a:t>better</a:t>
            </a:r>
            <a:r>
              <a:rPr lang="en" sz="1800"/>
              <a:t> AEP and AOP</a:t>
            </a:r>
            <a:endParaRPr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1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1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1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1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00"/>
              <a:t>Aligned Scientific Experiences</a:t>
            </a:r>
            <a:endParaRPr sz="3200"/>
          </a:p>
        </p:txBody>
      </p:sp>
      <p:sp>
        <p:nvSpPr>
          <p:cNvPr id="170" name="Google Shape;170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7803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36000" rIns="36000" bIns="360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" sz="2000" b="1"/>
              <a:t>Research fields and publication</a:t>
            </a:r>
            <a:endParaRPr sz="2000"/>
          </a:p>
        </p:txBody>
      </p:sp>
      <p:sp>
        <p:nvSpPr>
          <p:cNvPr id="171" name="Google Shape;171;p2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780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36000" rIns="36000" bIns="36000" anchor="ctr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" sz="2000" b="1"/>
              <a:t>Application and package development</a:t>
            </a:r>
            <a:endParaRPr sz="2000" b="1"/>
          </a:p>
        </p:txBody>
      </p:sp>
      <p:sp>
        <p:nvSpPr>
          <p:cNvPr id="172" name="Google Shape;172;p25"/>
          <p:cNvSpPr txBox="1"/>
          <p:nvPr/>
        </p:nvSpPr>
        <p:spPr>
          <a:xfrm>
            <a:off x="311800" y="2100600"/>
            <a:ext cx="3999900" cy="24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➔"/>
            </a:pPr>
            <a:r>
              <a:rPr lang="en"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Multivariate methods</a:t>
            </a:r>
            <a:endParaRPr sz="18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➔"/>
            </a:pPr>
            <a:r>
              <a:rPr lang="en"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Model selection and validation</a:t>
            </a:r>
            <a:endParaRPr sz="18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➔"/>
            </a:pPr>
            <a:r>
              <a:rPr lang="en"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Epidemiology</a:t>
            </a:r>
            <a:endParaRPr sz="18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42900" algn="l" rtl="0"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800"/>
              <a:buFont typeface="Roboto Mono"/>
              <a:buChar char="➔"/>
            </a:pPr>
            <a:r>
              <a:rPr lang="en"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Survival analysis</a:t>
            </a:r>
            <a:endParaRPr sz="18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73" name="Google Shape;173;p25"/>
          <p:cNvSpPr txBox="1"/>
          <p:nvPr/>
        </p:nvSpPr>
        <p:spPr>
          <a:xfrm>
            <a:off x="4832400" y="2100600"/>
            <a:ext cx="3999900" cy="24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➔"/>
            </a:pPr>
            <a:r>
              <a:rPr lang="en"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Shiny application</a:t>
            </a:r>
            <a:endParaRPr sz="18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➔"/>
            </a:pPr>
            <a:r>
              <a:rPr lang="en"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JavaScript based web application</a:t>
            </a:r>
            <a:endParaRPr sz="18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➔"/>
            </a:pPr>
            <a:r>
              <a:rPr lang="en"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R and Python package</a:t>
            </a:r>
            <a:endParaRPr sz="18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42900" algn="l" rtl="0"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800"/>
              <a:buFont typeface="Roboto Mono"/>
              <a:buChar char="➔"/>
            </a:pPr>
            <a:r>
              <a:rPr lang="en"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Interactive plots</a:t>
            </a:r>
            <a:endParaRPr sz="18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" name="Google Shape;178;p26">
            <a:extLst>
              <a:ext uri="{FF2B5EF4-FFF2-40B4-BE49-F238E27FC236}">
                <a16:creationId xmlns:a16="http://schemas.microsoft.com/office/drawing/2014/main" id="{0D4A7170-EB46-4937-9EFA-B40E4A27B9C3}"/>
              </a:ext>
            </a:extLst>
          </p:cNvPr>
          <p:cNvSpPr txBox="1">
            <a:spLocks/>
          </p:cNvSpPr>
          <p:nvPr/>
        </p:nvSpPr>
        <p:spPr>
          <a:xfrm>
            <a:off x="51300" y="5384370"/>
            <a:ext cx="8520600" cy="19635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edium"/>
              <a:buNone/>
              <a:defRPr sz="3000" b="0" i="0" u="none" strike="noStrike" cap="none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edium"/>
              <a:buNone/>
              <a:defRPr sz="3000" b="0" i="0" u="none" strike="noStrike" cap="none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edium"/>
              <a:buNone/>
              <a:defRPr sz="3000" b="0" i="0" u="none" strike="noStrike" cap="none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edium"/>
              <a:buNone/>
              <a:defRPr sz="3000" b="0" i="0" u="none" strike="noStrike" cap="none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edium"/>
              <a:buNone/>
              <a:defRPr sz="3000" b="0" i="0" u="none" strike="noStrike" cap="none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edium"/>
              <a:buNone/>
              <a:defRPr sz="3000" b="0" i="0" u="none" strike="noStrike" cap="none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edium"/>
              <a:buNone/>
              <a:defRPr sz="3000" b="0" i="0" u="none" strike="noStrike" cap="none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edium"/>
              <a:buNone/>
              <a:defRPr sz="3000" b="0" i="0" u="none" strike="noStrike" cap="none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Medium"/>
              <a:buNone/>
              <a:defRPr sz="3000" b="0" i="0" u="none" strike="noStrike" cap="none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>
            <a:pPr algn="ctr"/>
            <a:r>
              <a:rPr lang="nb-NO" sz="10800" err="1"/>
              <a:t>Thank</a:t>
            </a:r>
            <a:r>
              <a:rPr lang="nb-NO" sz="10800"/>
              <a:t> </a:t>
            </a:r>
            <a:r>
              <a:rPr lang="nb-NO" sz="10800" err="1"/>
              <a:t>You</a:t>
            </a:r>
            <a:endParaRPr lang="nb-NO" sz="10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7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7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0" grpId="0" build="p" animBg="1"/>
      <p:bldP spid="171" grpId="0" uiExpand="1" build="p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6"/>
          <p:cNvSpPr txBox="1">
            <a:spLocks noGrp="1"/>
          </p:cNvSpPr>
          <p:nvPr>
            <p:ph type="title"/>
          </p:nvPr>
        </p:nvSpPr>
        <p:spPr>
          <a:xfrm>
            <a:off x="311700" y="842850"/>
            <a:ext cx="8520600" cy="19635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179" name="Google Shape;179;p26"/>
          <p:cNvSpPr txBox="1">
            <a:spLocks noGrp="1"/>
          </p:cNvSpPr>
          <p:nvPr>
            <p:ph type="body" idx="1"/>
          </p:nvPr>
        </p:nvSpPr>
        <p:spPr>
          <a:xfrm>
            <a:off x="311700" y="3261822"/>
            <a:ext cx="8520600" cy="12672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rmAutofit/>
          </a:bodyPr>
          <a:lstStyle/>
          <a:p>
            <a:pPr marL="0" lvl="0" indent="0" algn="ctr" rtl="0">
              <a:spcBef>
                <a:spcPts val="3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/>
              <a:t>Raju Rimal, 2024</a:t>
            </a:r>
            <a:endParaRPr b="1"/>
          </a:p>
        </p:txBody>
      </p:sp>
      <p:sp>
        <p:nvSpPr>
          <p:cNvPr id="180" name="Google Shape;180;p26"/>
          <p:cNvSpPr txBox="1"/>
          <p:nvPr/>
        </p:nvSpPr>
        <p:spPr>
          <a:xfrm>
            <a:off x="311700" y="2571750"/>
            <a:ext cx="8520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NIVA (eco)toxicology postdoc interview</a:t>
            </a:r>
            <a:endParaRPr sz="1800"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5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" grpId="0" build="p"/>
      <p:bldP spid="180" grpId="0"/>
    </p:bld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11</Slides>
  <Notes>10</Notes>
  <HiddenSlides>1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Simple Light</vt:lpstr>
      <vt:lpstr>Qualification Alignment for Postdoc Research</vt:lpstr>
      <vt:lpstr>Outline</vt:lpstr>
      <vt:lpstr>My background</vt:lpstr>
      <vt:lpstr>Aggregate Exposure Pathway (AEP)</vt:lpstr>
      <vt:lpstr>Aggregate Exposure Pathway (AEP)</vt:lpstr>
      <vt:lpstr>Aggregate Exposure Pathway (AEP)</vt:lpstr>
      <vt:lpstr>PowerPoint Presentation</vt:lpstr>
      <vt:lpstr>Data integration, analysis and visualization</vt:lpstr>
      <vt:lpstr>Contributing to the STOP application</vt:lpstr>
      <vt:lpstr>Aligned Scientific Experiences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Qualification Alignment for Postdoc Research</dc:title>
  <cp:revision>1</cp:revision>
  <dcterms:modified xsi:type="dcterms:W3CDTF">2024-05-22T09:00:15Z</dcterms:modified>
</cp:coreProperties>
</file>